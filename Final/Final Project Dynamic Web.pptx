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5" r:id="rId4"/>
    <p:sldMasterId id="214748370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Work Sans ExtraLight"/>
      <p:regular r:id="rId15"/>
      <p:bold r:id="rId16"/>
      <p:italic r:id="rId17"/>
      <p:boldItalic r:id="rId18"/>
    </p:embeddedFont>
    <p:embeddedFont>
      <p:font typeface="Nunito"/>
      <p:regular r:id="rId19"/>
      <p:bold r:id="rId20"/>
      <p:italic r:id="rId21"/>
      <p:boldItalic r:id="rId22"/>
    </p:embeddedFont>
    <p:embeddedFont>
      <p:font typeface="Maven Pro"/>
      <p:regular r:id="rId23"/>
      <p:bold r:id="rId24"/>
    </p:embeddedFont>
    <p:embeddedFont>
      <p:font typeface="Work Sans Black"/>
      <p:bold r:id="rId25"/>
      <p:boldItalic r:id="rId26"/>
    </p:embeddedFont>
    <p:embeddedFont>
      <p:font typeface="Work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MavenPro-bold.fntdata"/><Relationship Id="rId23" Type="http://schemas.openxmlformats.org/officeDocument/2006/relationships/font" Target="fonts/MavenPro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WorkSansBlack-boldItalic.fntdata"/><Relationship Id="rId25" Type="http://schemas.openxmlformats.org/officeDocument/2006/relationships/font" Target="fonts/WorkSansBlack-bold.fntdata"/><Relationship Id="rId28" Type="http://schemas.openxmlformats.org/officeDocument/2006/relationships/font" Target="fonts/WorkSans-bold.fntdata"/><Relationship Id="rId27" Type="http://schemas.openxmlformats.org/officeDocument/2006/relationships/font" Target="fonts/WorkSan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Work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WorkSansExtraLight-regular.fntdata"/><Relationship Id="rId14" Type="http://schemas.openxmlformats.org/officeDocument/2006/relationships/slide" Target="slides/slide8.xml"/><Relationship Id="rId17" Type="http://schemas.openxmlformats.org/officeDocument/2006/relationships/font" Target="fonts/WorkSansExtraLight-italic.fntdata"/><Relationship Id="rId16" Type="http://schemas.openxmlformats.org/officeDocument/2006/relationships/font" Target="fonts/WorkSansExtraLight-bold.fntdata"/><Relationship Id="rId19" Type="http://schemas.openxmlformats.org/officeDocument/2006/relationships/font" Target="fonts/Nunito-regular.fntdata"/><Relationship Id="rId18" Type="http://schemas.openxmlformats.org/officeDocument/2006/relationships/font" Target="fonts/WorkSansExtra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700ab2f9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700ab2f9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700ab2f9c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700ab2f9c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700ab2f9c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700ab2f9c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aeaf9905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3aeaf9905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aebd89f30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aebd89f30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90ea4a177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90ea4a177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90ea4a17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90ea4a17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aebd89f300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aebd89f300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9" name="Google Shape;279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0" name="Google Shape;2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3" name="Google Shape;2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" name="Google Shape;28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87" name="Google Shape;28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0" name="Google Shape;29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1" name="Google Shape;29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2" name="Google Shape;29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5" name="Google Shape;2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8" name="Google Shape;29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2" name="Google Shape;30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6" name="Google Shape;306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7" name="Google Shape;307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8" name="Google Shape;30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2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</a:lstStyle>
          <a:p/>
        </p:txBody>
      </p:sp>
      <p:sp>
        <p:nvSpPr>
          <p:cNvPr id="311" name="Google Shape;31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4" name="Google Shape;314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5" name="Google Shape;31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0" name="Google Shape;32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2" name="Google Shape;322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3" name="Google Shape;323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4" name="Google Shape;324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9" name="Google Shape;329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30" name="Google Shape;330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5" name="Google Shape;335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36" name="Google Shape;336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37" name="Google Shape;337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42" name="Google Shape;342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43" name="Google Shape;343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44" name="Google Shape;344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51" name="Google Shape;351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52" name="Google Shape;352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53" name="Google Shape;353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54" name="Google Shape;354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5" name="Google Shape;355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8" name="Google Shape;358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1" name="Google Shape;36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5" name="Google Shape;365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8" name="Google Shape;36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4" name="Google Shape;374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7" name="Google Shape;377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9" name="Google Shape;37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1" name="Google Shape;381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2" name="Google Shape;382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3" name="Google Shape;383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6" name="Google Shape;396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accent4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5"/>
          <p:cNvSpPr/>
          <p:nvPr>
            <p:ph idx="2" type="pic"/>
          </p:nvPr>
        </p:nvSpPr>
        <p:spPr>
          <a:xfrm>
            <a:off x="6148575" y="0"/>
            <a:ext cx="2995500" cy="14256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35"/>
          <p:cNvSpPr/>
          <p:nvPr>
            <p:ph idx="3" type="pic"/>
          </p:nvPr>
        </p:nvSpPr>
        <p:spPr>
          <a:xfrm>
            <a:off x="6148575" y="3803400"/>
            <a:ext cx="2995500" cy="134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740693" y="1"/>
            <a:ext cx="3531000" cy="108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5"/>
          <p:cNvSpPr/>
          <p:nvPr>
            <p:ph idx="4" type="pic"/>
          </p:nvPr>
        </p:nvSpPr>
        <p:spPr>
          <a:xfrm>
            <a:off x="2962800" y="3803400"/>
            <a:ext cx="3185700" cy="134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5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35"/>
          <p:cNvSpPr/>
          <p:nvPr>
            <p:ph idx="5" type="pic"/>
          </p:nvPr>
        </p:nvSpPr>
        <p:spPr>
          <a:xfrm>
            <a:off x="664500" y="1341525"/>
            <a:ext cx="3831300" cy="1833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accent1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6"/>
          <p:cNvSpPr/>
          <p:nvPr/>
        </p:nvSpPr>
        <p:spPr>
          <a:xfrm rot="5400000">
            <a:off x="2419800" y="-1953625"/>
            <a:ext cx="4276500" cy="865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6"/>
          <p:cNvSpPr txBox="1"/>
          <p:nvPr>
            <p:ph type="title"/>
          </p:nvPr>
        </p:nvSpPr>
        <p:spPr>
          <a:xfrm>
            <a:off x="438912" y="457200"/>
            <a:ext cx="8202300" cy="3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409" name="Google Shape;409;p36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36"/>
          <p:cNvSpPr txBox="1"/>
          <p:nvPr>
            <p:ph idx="1" type="body"/>
          </p:nvPr>
        </p:nvSpPr>
        <p:spPr>
          <a:xfrm>
            <a:off x="454600" y="1565585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11" name="Google Shape;411;p36"/>
          <p:cNvSpPr txBox="1"/>
          <p:nvPr>
            <p:ph idx="2" type="body"/>
          </p:nvPr>
        </p:nvSpPr>
        <p:spPr>
          <a:xfrm>
            <a:off x="687925" y="1690985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2" name="Google Shape;412;p36"/>
          <p:cNvSpPr txBox="1"/>
          <p:nvPr>
            <p:ph idx="3" type="body"/>
          </p:nvPr>
        </p:nvSpPr>
        <p:spPr>
          <a:xfrm>
            <a:off x="454600" y="2516416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13" name="Google Shape;413;p36"/>
          <p:cNvSpPr txBox="1"/>
          <p:nvPr>
            <p:ph idx="4" type="body"/>
          </p:nvPr>
        </p:nvSpPr>
        <p:spPr>
          <a:xfrm>
            <a:off x="687925" y="2641816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4" name="Google Shape;414;p36"/>
          <p:cNvSpPr txBox="1"/>
          <p:nvPr>
            <p:ph idx="5" type="body"/>
          </p:nvPr>
        </p:nvSpPr>
        <p:spPr>
          <a:xfrm>
            <a:off x="2684925" y="1565585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15" name="Google Shape;415;p36"/>
          <p:cNvSpPr txBox="1"/>
          <p:nvPr>
            <p:ph idx="6" type="body"/>
          </p:nvPr>
        </p:nvSpPr>
        <p:spPr>
          <a:xfrm>
            <a:off x="2918250" y="1690985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6" name="Google Shape;416;p36"/>
          <p:cNvSpPr txBox="1"/>
          <p:nvPr>
            <p:ph idx="7" type="body"/>
          </p:nvPr>
        </p:nvSpPr>
        <p:spPr>
          <a:xfrm>
            <a:off x="2684925" y="2516416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17" name="Google Shape;417;p36"/>
          <p:cNvSpPr txBox="1"/>
          <p:nvPr>
            <p:ph idx="8" type="body"/>
          </p:nvPr>
        </p:nvSpPr>
        <p:spPr>
          <a:xfrm>
            <a:off x="2918250" y="2641816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8" name="Google Shape;418;p36"/>
          <p:cNvSpPr txBox="1"/>
          <p:nvPr>
            <p:ph idx="9" type="body"/>
          </p:nvPr>
        </p:nvSpPr>
        <p:spPr>
          <a:xfrm>
            <a:off x="4901400" y="1565585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19" name="Google Shape;419;p36"/>
          <p:cNvSpPr txBox="1"/>
          <p:nvPr>
            <p:ph idx="13" type="body"/>
          </p:nvPr>
        </p:nvSpPr>
        <p:spPr>
          <a:xfrm>
            <a:off x="5134725" y="1690985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0" name="Google Shape;420;p36"/>
          <p:cNvSpPr txBox="1"/>
          <p:nvPr>
            <p:ph idx="14" type="body"/>
          </p:nvPr>
        </p:nvSpPr>
        <p:spPr>
          <a:xfrm>
            <a:off x="4901400" y="2516416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21" name="Google Shape;421;p36"/>
          <p:cNvSpPr txBox="1"/>
          <p:nvPr>
            <p:ph idx="15" type="body"/>
          </p:nvPr>
        </p:nvSpPr>
        <p:spPr>
          <a:xfrm>
            <a:off x="5134725" y="2641816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2" name="Google Shape;422;p36"/>
          <p:cNvSpPr txBox="1"/>
          <p:nvPr>
            <p:ph idx="16" type="body"/>
          </p:nvPr>
        </p:nvSpPr>
        <p:spPr>
          <a:xfrm>
            <a:off x="7117875" y="1565585"/>
            <a:ext cx="1541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23" name="Google Shape;423;p36"/>
          <p:cNvSpPr txBox="1"/>
          <p:nvPr>
            <p:ph idx="17" type="body"/>
          </p:nvPr>
        </p:nvSpPr>
        <p:spPr>
          <a:xfrm>
            <a:off x="7350149" y="1690985"/>
            <a:ext cx="1309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4" name="Google Shape;424;p36"/>
          <p:cNvSpPr txBox="1"/>
          <p:nvPr>
            <p:ph idx="18" type="body"/>
          </p:nvPr>
        </p:nvSpPr>
        <p:spPr>
          <a:xfrm>
            <a:off x="7117875" y="2516416"/>
            <a:ext cx="1541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25" name="Google Shape;425;p36"/>
          <p:cNvSpPr txBox="1"/>
          <p:nvPr>
            <p:ph idx="19" type="body"/>
          </p:nvPr>
        </p:nvSpPr>
        <p:spPr>
          <a:xfrm>
            <a:off x="7350149" y="2641816"/>
            <a:ext cx="1309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6" name="Google Shape;426;p36"/>
          <p:cNvSpPr txBox="1"/>
          <p:nvPr>
            <p:ph idx="20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21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28" name="Google Shape;428;p36"/>
          <p:cNvSpPr txBox="1"/>
          <p:nvPr>
            <p:ph idx="22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cxnSp>
        <p:nvCxnSpPr>
          <p:cNvPr id="429" name="Google Shape;429;p36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6">
          <p15:clr>
            <a:srgbClr val="E46962"/>
          </p15:clr>
        </p15:guide>
        <p15:guide id="2" pos="5455">
          <p15:clr>
            <a:srgbClr val="E46962"/>
          </p15:clr>
        </p15:guide>
        <p15:guide id="3" pos="1688">
          <p15:clr>
            <a:srgbClr val="E46962"/>
          </p15:clr>
        </p15:guide>
        <p15:guide id="4" pos="3087">
          <p15:clr>
            <a:srgbClr val="E46962"/>
          </p15:clr>
        </p15:guide>
        <p15:guide id="5" pos="4484">
          <p15:clr>
            <a:srgbClr val="E46962"/>
          </p15:clr>
        </p15:guide>
        <p15:guide id="6" pos="1262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 Summary" type="tx">
  <p:cSld name="TITLE_AND_BODY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7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7"/>
          <p:cNvSpPr txBox="1"/>
          <p:nvPr>
            <p:ph type="title"/>
          </p:nvPr>
        </p:nvSpPr>
        <p:spPr>
          <a:xfrm>
            <a:off x="440663" y="612669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3" name="Google Shape;433;p37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34" name="Google Shape;434;p37"/>
          <p:cNvSpPr/>
          <p:nvPr>
            <p:ph idx="2" type="pic"/>
          </p:nvPr>
        </p:nvSpPr>
        <p:spPr>
          <a:xfrm>
            <a:off x="456025" y="2138426"/>
            <a:ext cx="17661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37"/>
          <p:cNvSpPr txBox="1"/>
          <p:nvPr>
            <p:ph idx="3" type="subTitle"/>
          </p:nvPr>
        </p:nvSpPr>
        <p:spPr>
          <a:xfrm>
            <a:off x="453325" y="3530474"/>
            <a:ext cx="22836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36" name="Google Shape;436;p37"/>
          <p:cNvSpPr/>
          <p:nvPr/>
        </p:nvSpPr>
        <p:spPr>
          <a:xfrm rot="5400000">
            <a:off x="2419450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7"/>
          <p:cNvSpPr txBox="1"/>
          <p:nvPr>
            <p:ph idx="4" type="body"/>
          </p:nvPr>
        </p:nvSpPr>
        <p:spPr>
          <a:xfrm>
            <a:off x="3412150" y="3803400"/>
            <a:ext cx="22770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438" name="Google Shape;438;p37"/>
          <p:cNvSpPr/>
          <p:nvPr>
            <p:ph idx="5" type="pic"/>
          </p:nvPr>
        </p:nvSpPr>
        <p:spPr>
          <a:xfrm>
            <a:off x="3418600" y="2138400"/>
            <a:ext cx="17661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37"/>
          <p:cNvSpPr txBox="1"/>
          <p:nvPr>
            <p:ph idx="6" type="subTitle"/>
          </p:nvPr>
        </p:nvSpPr>
        <p:spPr>
          <a:xfrm>
            <a:off x="3415900" y="3530474"/>
            <a:ext cx="22836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40" name="Google Shape;440;p37"/>
          <p:cNvSpPr/>
          <p:nvPr/>
        </p:nvSpPr>
        <p:spPr>
          <a:xfrm rot="5400000">
            <a:off x="53820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7"/>
          <p:cNvSpPr txBox="1"/>
          <p:nvPr>
            <p:ph idx="7" type="body"/>
          </p:nvPr>
        </p:nvSpPr>
        <p:spPr>
          <a:xfrm>
            <a:off x="6374725" y="3803250"/>
            <a:ext cx="22770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442" name="Google Shape;442;p37"/>
          <p:cNvSpPr/>
          <p:nvPr>
            <p:ph idx="8" type="pic"/>
          </p:nvPr>
        </p:nvSpPr>
        <p:spPr>
          <a:xfrm>
            <a:off x="6381175" y="2138400"/>
            <a:ext cx="17661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37"/>
          <p:cNvSpPr txBox="1"/>
          <p:nvPr>
            <p:ph idx="9" type="subTitle"/>
          </p:nvPr>
        </p:nvSpPr>
        <p:spPr>
          <a:xfrm>
            <a:off x="6378475" y="3530474"/>
            <a:ext cx="22836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5" name="Google Shape;445;p37"/>
          <p:cNvSpPr txBox="1"/>
          <p:nvPr>
            <p:ph idx="13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46" name="Google Shape;446;p37"/>
          <p:cNvSpPr txBox="1"/>
          <p:nvPr>
            <p:ph idx="1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47" name="Google Shape;447;p37"/>
          <p:cNvSpPr txBox="1"/>
          <p:nvPr>
            <p:ph idx="1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448" name="Google Shape;448;p37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37"/>
          <p:cNvSpPr txBox="1"/>
          <p:nvPr>
            <p:ph idx="16" type="body"/>
          </p:nvPr>
        </p:nvSpPr>
        <p:spPr>
          <a:xfrm>
            <a:off x="449575" y="3803400"/>
            <a:ext cx="22875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6">
          <p15:clr>
            <a:srgbClr val="E46962"/>
          </p15:clr>
        </p15:guide>
        <p15:guide id="2" pos="1724">
          <p15:clr>
            <a:srgbClr val="E46962"/>
          </p15:clr>
        </p15:guide>
        <p15:guide id="3" pos="2153">
          <p15:clr>
            <a:srgbClr val="E46962"/>
          </p15:clr>
        </p15:guide>
        <p15:guide id="4" pos="4016">
          <p15:clr>
            <a:srgbClr val="E46962"/>
          </p15:clr>
        </p15:guide>
        <p15:guide id="5" pos="5450">
          <p15:clr>
            <a:srgbClr val="E46962"/>
          </p15:clr>
        </p15:guide>
        <p15:guide id="6" pos="3584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 type="twoColTx">
  <p:cSld name="TITLE_AND_TWO_COLUMNS">
    <p:bg>
      <p:bgPr>
        <a:solidFill>
          <a:schemeClr val="accent2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8"/>
          <p:cNvSpPr txBox="1"/>
          <p:nvPr>
            <p:ph type="title"/>
          </p:nvPr>
        </p:nvSpPr>
        <p:spPr>
          <a:xfrm>
            <a:off x="783675" y="193215"/>
            <a:ext cx="7837500" cy="180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600"/>
              <a:buFont typeface="Work Sans ExtraLight"/>
              <a:buNone/>
              <a:defRPr sz="14600">
                <a:solidFill>
                  <a:schemeClr val="accent1"/>
                </a:solidFill>
                <a:latin typeface="Work Sans ExtraLight"/>
                <a:ea typeface="Work Sans ExtraLight"/>
                <a:cs typeface="Work Sans ExtraLight"/>
                <a:sym typeface="Work San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452" name="Google Shape;452;p38"/>
          <p:cNvSpPr txBox="1"/>
          <p:nvPr>
            <p:ph idx="2" type="title"/>
          </p:nvPr>
        </p:nvSpPr>
        <p:spPr>
          <a:xfrm>
            <a:off x="783675" y="1937719"/>
            <a:ext cx="78375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453" name="Google Shape;453;p38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54" name="Google Shape;454;p38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38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456" name="Google Shape;456;p38"/>
          <p:cNvSpPr txBox="1"/>
          <p:nvPr>
            <p:ph idx="3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457" name="Google Shape;457;p38"/>
          <p:cNvSpPr txBox="1"/>
          <p:nvPr>
            <p:ph idx="4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458" name="Google Shape;458;p38"/>
          <p:cNvSpPr/>
          <p:nvPr>
            <p:ph idx="5" type="pic"/>
          </p:nvPr>
        </p:nvSpPr>
        <p:spPr>
          <a:xfrm>
            <a:off x="8169375" y="3803400"/>
            <a:ext cx="713400" cy="712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" type="titleOnly">
  <p:cSld name="TITLE_ONL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9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9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462" name="Google Shape;462;p39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63" name="Google Shape;463;p39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64" name="Google Shape;464;p39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39"/>
          <p:cNvSpPr txBox="1"/>
          <p:nvPr>
            <p:ph idx="2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66" name="Google Shape;466;p39"/>
          <p:cNvSpPr txBox="1"/>
          <p:nvPr>
            <p:ph idx="3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67" name="Google Shape;467;p39"/>
          <p:cNvSpPr txBox="1"/>
          <p:nvPr>
            <p:ph idx="4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68" name="Google Shape;468;p39"/>
          <p:cNvSpPr txBox="1"/>
          <p:nvPr>
            <p:ph idx="5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469" name="Google Shape;469;p39"/>
          <p:cNvSpPr/>
          <p:nvPr>
            <p:ph idx="6" type="pic"/>
          </p:nvPr>
        </p:nvSpPr>
        <p:spPr>
          <a:xfrm>
            <a:off x="3191025" y="237725"/>
            <a:ext cx="5687100" cy="40410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39"/>
          <p:cNvSpPr txBox="1"/>
          <p:nvPr>
            <p:ph idx="7" type="body"/>
          </p:nvPr>
        </p:nvSpPr>
        <p:spPr>
          <a:xfrm>
            <a:off x="3191400" y="4417843"/>
            <a:ext cx="5687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 Palette">
  <p:cSld name="ONE_COLUMN_TEXT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0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40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0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75" name="Google Shape;475;p40"/>
          <p:cNvSpPr txBox="1"/>
          <p:nvPr>
            <p:ph idx="2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476" name="Google Shape;476;p40"/>
          <p:cNvSpPr txBox="1"/>
          <p:nvPr>
            <p:ph idx="3" type="body"/>
          </p:nvPr>
        </p:nvSpPr>
        <p:spPr>
          <a:xfrm>
            <a:off x="3280618" y="4269035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77" name="Google Shape;477;p40"/>
          <p:cNvSpPr txBox="1"/>
          <p:nvPr>
            <p:ph idx="4" type="body"/>
          </p:nvPr>
        </p:nvSpPr>
        <p:spPr>
          <a:xfrm>
            <a:off x="6138193" y="4269035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78" name="Google Shape;478;p40"/>
          <p:cNvSpPr txBox="1"/>
          <p:nvPr>
            <p:ph idx="5" type="body"/>
          </p:nvPr>
        </p:nvSpPr>
        <p:spPr>
          <a:xfrm>
            <a:off x="3280618" y="319750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79" name="Google Shape;479;p40"/>
          <p:cNvSpPr txBox="1"/>
          <p:nvPr>
            <p:ph idx="6" type="body"/>
          </p:nvPr>
        </p:nvSpPr>
        <p:spPr>
          <a:xfrm>
            <a:off x="6138193" y="319750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80" name="Google Shape;480;p40"/>
          <p:cNvSpPr txBox="1"/>
          <p:nvPr>
            <p:ph idx="7" type="body"/>
          </p:nvPr>
        </p:nvSpPr>
        <p:spPr>
          <a:xfrm>
            <a:off x="3280618" y="212975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81" name="Google Shape;481;p40"/>
          <p:cNvSpPr txBox="1"/>
          <p:nvPr>
            <p:ph idx="8" type="body"/>
          </p:nvPr>
        </p:nvSpPr>
        <p:spPr>
          <a:xfrm>
            <a:off x="6138193" y="212975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82" name="Google Shape;482;p40"/>
          <p:cNvSpPr txBox="1"/>
          <p:nvPr>
            <p:ph idx="9" type="body"/>
          </p:nvPr>
        </p:nvSpPr>
        <p:spPr>
          <a:xfrm>
            <a:off x="3280618" y="106200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83" name="Google Shape;483;p40"/>
          <p:cNvSpPr txBox="1"/>
          <p:nvPr>
            <p:ph idx="13" type="body"/>
          </p:nvPr>
        </p:nvSpPr>
        <p:spPr>
          <a:xfrm>
            <a:off x="6138193" y="106200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84" name="Google Shape;484;p40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485" name="Google Shape;485;p40"/>
          <p:cNvSpPr txBox="1"/>
          <p:nvPr>
            <p:ph idx="14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86" name="Google Shape;486;p40"/>
          <p:cNvSpPr txBox="1"/>
          <p:nvPr>
            <p:ph idx="1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87" name="Google Shape;487;p40"/>
          <p:cNvSpPr txBox="1"/>
          <p:nvPr>
            <p:ph idx="1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488" name="Google Shape;488;p40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Analysis">
  <p:cSld name="MAIN_POINT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1"/>
          <p:cNvSpPr txBox="1"/>
          <p:nvPr>
            <p:ph idx="1" type="body"/>
          </p:nvPr>
        </p:nvSpPr>
        <p:spPr>
          <a:xfrm rot="-5400000">
            <a:off x="2880627" y="2439527"/>
            <a:ext cx="16713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91" name="Google Shape;491;p41"/>
          <p:cNvSpPr txBox="1"/>
          <p:nvPr>
            <p:ph idx="2" type="body"/>
          </p:nvPr>
        </p:nvSpPr>
        <p:spPr>
          <a:xfrm>
            <a:off x="7799175" y="3062475"/>
            <a:ext cx="1083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92" name="Google Shape;492;p41"/>
          <p:cNvSpPr/>
          <p:nvPr>
            <p:ph idx="3" type="pic"/>
          </p:nvPr>
        </p:nvSpPr>
        <p:spPr>
          <a:xfrm>
            <a:off x="3932100" y="1663275"/>
            <a:ext cx="34926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41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41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1"/>
          <p:cNvSpPr txBox="1"/>
          <p:nvPr>
            <p:ph idx="4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96" name="Google Shape;496;p41"/>
          <p:cNvSpPr txBox="1"/>
          <p:nvPr>
            <p:ph idx="5" type="body"/>
          </p:nvPr>
        </p:nvSpPr>
        <p:spPr>
          <a:xfrm>
            <a:off x="7799263" y="2288525"/>
            <a:ext cx="1083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97" name="Google Shape;497;p41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498" name="Google Shape;498;p41"/>
          <p:cNvSpPr txBox="1"/>
          <p:nvPr>
            <p:ph idx="6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99" name="Google Shape;499;p41"/>
          <p:cNvSpPr txBox="1"/>
          <p:nvPr>
            <p:ph idx="7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00" name="Google Shape;500;p41"/>
          <p:cNvSpPr txBox="1"/>
          <p:nvPr>
            <p:ph idx="8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01" name="Google Shape;501;p41"/>
          <p:cNvSpPr txBox="1"/>
          <p:nvPr>
            <p:ph idx="9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cxnSp>
        <p:nvCxnSpPr>
          <p:cNvPr id="502" name="Google Shape;502;p41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" name="Google Shape;503;p41"/>
          <p:cNvSpPr txBox="1"/>
          <p:nvPr>
            <p:ph idx="13" type="body"/>
          </p:nvPr>
        </p:nvSpPr>
        <p:spPr>
          <a:xfrm>
            <a:off x="4600975" y="3469432"/>
            <a:ext cx="22263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 Use">
  <p:cSld name="SECTION_TITLE_AND_DESCRIPTION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2"/>
          <p:cNvSpPr/>
          <p:nvPr>
            <p:ph idx="2" type="pic"/>
          </p:nvPr>
        </p:nvSpPr>
        <p:spPr>
          <a:xfrm>
            <a:off x="6044400" y="2376600"/>
            <a:ext cx="28383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42"/>
          <p:cNvSpPr/>
          <p:nvPr>
            <p:ph idx="3" type="pic"/>
          </p:nvPr>
        </p:nvSpPr>
        <p:spPr>
          <a:xfrm>
            <a:off x="6044400" y="237000"/>
            <a:ext cx="28383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42"/>
          <p:cNvSpPr/>
          <p:nvPr>
            <p:ph idx="4" type="pic"/>
          </p:nvPr>
        </p:nvSpPr>
        <p:spPr>
          <a:xfrm>
            <a:off x="3191400" y="2377325"/>
            <a:ext cx="28530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2"/>
          <p:cNvSpPr/>
          <p:nvPr>
            <p:ph idx="5" type="pic"/>
          </p:nvPr>
        </p:nvSpPr>
        <p:spPr>
          <a:xfrm>
            <a:off x="3191400" y="237725"/>
            <a:ext cx="28530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42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0" name="Google Shape;510;p42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2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512" name="Google Shape;512;p42"/>
          <p:cNvSpPr txBox="1"/>
          <p:nvPr>
            <p:ph idx="6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513" name="Google Shape;513;p42"/>
          <p:cNvSpPr/>
          <p:nvPr>
            <p:ph idx="7" type="pic"/>
          </p:nvPr>
        </p:nvSpPr>
        <p:spPr>
          <a:xfrm>
            <a:off x="3787750" y="712275"/>
            <a:ext cx="1625100" cy="11865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42"/>
          <p:cNvSpPr/>
          <p:nvPr>
            <p:ph idx="8" type="pic"/>
          </p:nvPr>
        </p:nvSpPr>
        <p:spPr>
          <a:xfrm>
            <a:off x="3787750" y="2851125"/>
            <a:ext cx="1625100" cy="1186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42"/>
          <p:cNvSpPr/>
          <p:nvPr>
            <p:ph idx="9" type="pic"/>
          </p:nvPr>
        </p:nvSpPr>
        <p:spPr>
          <a:xfrm>
            <a:off x="6660975" y="715975"/>
            <a:ext cx="1625100" cy="11865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42"/>
          <p:cNvSpPr/>
          <p:nvPr>
            <p:ph idx="13" type="pic"/>
          </p:nvPr>
        </p:nvSpPr>
        <p:spPr>
          <a:xfrm>
            <a:off x="6660681" y="2853125"/>
            <a:ext cx="1625700" cy="11868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42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518" name="Google Shape;518;p42"/>
          <p:cNvSpPr txBox="1"/>
          <p:nvPr>
            <p:ph idx="14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19" name="Google Shape;519;p42"/>
          <p:cNvSpPr txBox="1"/>
          <p:nvPr>
            <p:ph idx="1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20" name="Google Shape;520;p42"/>
          <p:cNvSpPr txBox="1"/>
          <p:nvPr>
            <p:ph idx="1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521" name="Google Shape;521;p42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's and Don'ts 1">
  <p:cSld name="CAPTION_ONLY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3"/>
          <p:cNvSpPr/>
          <p:nvPr>
            <p:ph idx="2" type="pic"/>
          </p:nvPr>
        </p:nvSpPr>
        <p:spPr>
          <a:xfrm>
            <a:off x="6149225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43"/>
          <p:cNvSpPr/>
          <p:nvPr>
            <p:ph idx="3" type="pic"/>
          </p:nvPr>
        </p:nvSpPr>
        <p:spPr>
          <a:xfrm>
            <a:off x="3191400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43"/>
          <p:cNvSpPr txBox="1"/>
          <p:nvPr>
            <p:ph idx="1" type="body"/>
          </p:nvPr>
        </p:nvSpPr>
        <p:spPr>
          <a:xfrm>
            <a:off x="3191400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26" name="Google Shape;526;p43"/>
          <p:cNvSpPr txBox="1"/>
          <p:nvPr>
            <p:ph idx="4" type="body"/>
          </p:nvPr>
        </p:nvSpPr>
        <p:spPr>
          <a:xfrm>
            <a:off x="6149225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27" name="Google Shape;527;p43"/>
          <p:cNvSpPr/>
          <p:nvPr>
            <p:ph idx="5" type="pic"/>
          </p:nvPr>
        </p:nvSpPr>
        <p:spPr>
          <a:xfrm>
            <a:off x="6149225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43"/>
          <p:cNvSpPr/>
          <p:nvPr>
            <p:ph idx="6" type="pic"/>
          </p:nvPr>
        </p:nvSpPr>
        <p:spPr>
          <a:xfrm>
            <a:off x="3191400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43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3"/>
          <p:cNvSpPr txBox="1"/>
          <p:nvPr>
            <p:ph idx="7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531" name="Google Shape;531;p43"/>
          <p:cNvSpPr txBox="1"/>
          <p:nvPr>
            <p:ph idx="8" type="body"/>
          </p:nvPr>
        </p:nvSpPr>
        <p:spPr>
          <a:xfrm>
            <a:off x="449575" y="3121200"/>
            <a:ext cx="22677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532" name="Google Shape;532;p43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3" name="Google Shape;533;p43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534" name="Google Shape;534;p43"/>
          <p:cNvSpPr txBox="1"/>
          <p:nvPr>
            <p:ph idx="9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5" name="Google Shape;535;p43"/>
          <p:cNvSpPr txBox="1"/>
          <p:nvPr>
            <p:ph idx="13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6" name="Google Shape;536;p43"/>
          <p:cNvSpPr txBox="1"/>
          <p:nvPr>
            <p:ph idx="14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537" name="Google Shape;537;p43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8" name="Google Shape;538;p43"/>
          <p:cNvSpPr txBox="1"/>
          <p:nvPr>
            <p:ph idx="15" type="body"/>
          </p:nvPr>
        </p:nvSpPr>
        <p:spPr>
          <a:xfrm>
            <a:off x="3191400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39" name="Google Shape;539;p43"/>
          <p:cNvSpPr txBox="1"/>
          <p:nvPr>
            <p:ph idx="16" type="body"/>
          </p:nvPr>
        </p:nvSpPr>
        <p:spPr>
          <a:xfrm>
            <a:off x="6149225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's and Don'ts 2">
  <p:cSld name="CAPTION_ONLY_1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4"/>
          <p:cNvSpPr/>
          <p:nvPr>
            <p:ph idx="2" type="pic"/>
          </p:nvPr>
        </p:nvSpPr>
        <p:spPr>
          <a:xfrm>
            <a:off x="6149225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44"/>
          <p:cNvSpPr/>
          <p:nvPr>
            <p:ph idx="3" type="pic"/>
          </p:nvPr>
        </p:nvSpPr>
        <p:spPr>
          <a:xfrm>
            <a:off x="3191400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44"/>
          <p:cNvSpPr txBox="1"/>
          <p:nvPr>
            <p:ph idx="1" type="body"/>
          </p:nvPr>
        </p:nvSpPr>
        <p:spPr>
          <a:xfrm>
            <a:off x="3191400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44" name="Google Shape;544;p44"/>
          <p:cNvSpPr txBox="1"/>
          <p:nvPr>
            <p:ph idx="4" type="body"/>
          </p:nvPr>
        </p:nvSpPr>
        <p:spPr>
          <a:xfrm>
            <a:off x="6149225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45" name="Google Shape;545;p44"/>
          <p:cNvSpPr/>
          <p:nvPr>
            <p:ph idx="5" type="pic"/>
          </p:nvPr>
        </p:nvSpPr>
        <p:spPr>
          <a:xfrm>
            <a:off x="6149225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44"/>
          <p:cNvSpPr/>
          <p:nvPr>
            <p:ph idx="6" type="pic"/>
          </p:nvPr>
        </p:nvSpPr>
        <p:spPr>
          <a:xfrm>
            <a:off x="226300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44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8" name="Google Shape;548;p44"/>
          <p:cNvSpPr txBox="1"/>
          <p:nvPr>
            <p:ph idx="7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49" name="Google Shape;549;p44"/>
          <p:cNvSpPr txBox="1"/>
          <p:nvPr>
            <p:ph idx="8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50" name="Google Shape;550;p44"/>
          <p:cNvSpPr txBox="1"/>
          <p:nvPr>
            <p:ph idx="9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551" name="Google Shape;551;p44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" name="Google Shape;552;p44"/>
          <p:cNvSpPr txBox="1"/>
          <p:nvPr>
            <p:ph idx="13" type="body"/>
          </p:nvPr>
        </p:nvSpPr>
        <p:spPr>
          <a:xfrm>
            <a:off x="226300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53" name="Google Shape;553;p44"/>
          <p:cNvSpPr txBox="1"/>
          <p:nvPr>
            <p:ph idx="14" type="body"/>
          </p:nvPr>
        </p:nvSpPr>
        <p:spPr>
          <a:xfrm>
            <a:off x="6149225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54" name="Google Shape;554;p44"/>
          <p:cNvSpPr/>
          <p:nvPr>
            <p:ph idx="15" type="pic"/>
          </p:nvPr>
        </p:nvSpPr>
        <p:spPr>
          <a:xfrm>
            <a:off x="3187763" y="237599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44"/>
          <p:cNvSpPr txBox="1"/>
          <p:nvPr>
            <p:ph idx="16" type="body"/>
          </p:nvPr>
        </p:nvSpPr>
        <p:spPr>
          <a:xfrm>
            <a:off x="3187763" y="2041849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56" name="Google Shape;556;p44"/>
          <p:cNvSpPr/>
          <p:nvPr>
            <p:ph idx="17" type="pic"/>
          </p:nvPr>
        </p:nvSpPr>
        <p:spPr>
          <a:xfrm>
            <a:off x="226300" y="23838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44"/>
          <p:cNvSpPr txBox="1"/>
          <p:nvPr>
            <p:ph idx="18" type="body"/>
          </p:nvPr>
        </p:nvSpPr>
        <p:spPr>
          <a:xfrm>
            <a:off x="226300" y="41880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's and Don'ts 2 1">
  <p:cSld name="CAPTION_ONLY_1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5"/>
          <p:cNvSpPr/>
          <p:nvPr>
            <p:ph idx="2" type="pic"/>
          </p:nvPr>
        </p:nvSpPr>
        <p:spPr>
          <a:xfrm>
            <a:off x="3191400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45"/>
          <p:cNvSpPr txBox="1"/>
          <p:nvPr>
            <p:ph idx="1" type="body"/>
          </p:nvPr>
        </p:nvSpPr>
        <p:spPr>
          <a:xfrm>
            <a:off x="3191400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61" name="Google Shape;561;p45"/>
          <p:cNvSpPr/>
          <p:nvPr>
            <p:ph idx="3" type="pic"/>
          </p:nvPr>
        </p:nvSpPr>
        <p:spPr>
          <a:xfrm>
            <a:off x="226300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45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3" name="Google Shape;563;p45"/>
          <p:cNvSpPr txBox="1"/>
          <p:nvPr>
            <p:ph idx="4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64" name="Google Shape;564;p45"/>
          <p:cNvSpPr txBox="1"/>
          <p:nvPr>
            <p:ph idx="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65" name="Google Shape;565;p45"/>
          <p:cNvSpPr txBox="1"/>
          <p:nvPr>
            <p:ph idx="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566" name="Google Shape;566;p45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45"/>
          <p:cNvSpPr txBox="1"/>
          <p:nvPr>
            <p:ph idx="7" type="body"/>
          </p:nvPr>
        </p:nvSpPr>
        <p:spPr>
          <a:xfrm>
            <a:off x="226300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68" name="Google Shape;568;p45"/>
          <p:cNvSpPr/>
          <p:nvPr>
            <p:ph idx="8" type="pic"/>
          </p:nvPr>
        </p:nvSpPr>
        <p:spPr>
          <a:xfrm>
            <a:off x="3187763" y="237599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45"/>
          <p:cNvSpPr txBox="1"/>
          <p:nvPr>
            <p:ph idx="9" type="body"/>
          </p:nvPr>
        </p:nvSpPr>
        <p:spPr>
          <a:xfrm>
            <a:off x="3187763" y="2041849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70" name="Google Shape;570;p45"/>
          <p:cNvSpPr/>
          <p:nvPr>
            <p:ph idx="13" type="pic"/>
          </p:nvPr>
        </p:nvSpPr>
        <p:spPr>
          <a:xfrm>
            <a:off x="226300" y="23838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45"/>
          <p:cNvSpPr txBox="1"/>
          <p:nvPr>
            <p:ph idx="14" type="body"/>
          </p:nvPr>
        </p:nvSpPr>
        <p:spPr>
          <a:xfrm>
            <a:off x="226300" y="41880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72" name="Google Shape;572;p45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5"/>
          <p:cNvSpPr txBox="1"/>
          <p:nvPr>
            <p:ph idx="15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574" name="Google Shape;574;p45"/>
          <p:cNvSpPr txBox="1"/>
          <p:nvPr>
            <p:ph idx="16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">
  <p:cSld name="BIG_NUMBER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6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6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8" name="Google Shape;578;p46"/>
          <p:cNvSpPr txBox="1"/>
          <p:nvPr>
            <p:ph idx="1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579" name="Google Shape;579;p46"/>
          <p:cNvSpPr txBox="1"/>
          <p:nvPr>
            <p:ph idx="2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580" name="Google Shape;580;p46"/>
          <p:cNvSpPr/>
          <p:nvPr>
            <p:ph idx="3" type="pic"/>
          </p:nvPr>
        </p:nvSpPr>
        <p:spPr>
          <a:xfrm>
            <a:off x="2448725" y="237600"/>
            <a:ext cx="4216800" cy="4038000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46"/>
          <p:cNvSpPr/>
          <p:nvPr>
            <p:ph idx="4" type="pic"/>
          </p:nvPr>
        </p:nvSpPr>
        <p:spPr>
          <a:xfrm>
            <a:off x="226300" y="240550"/>
            <a:ext cx="1994700" cy="40380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46"/>
          <p:cNvSpPr txBox="1"/>
          <p:nvPr>
            <p:ph idx="5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83" name="Google Shape;583;p46"/>
          <p:cNvSpPr txBox="1"/>
          <p:nvPr>
            <p:ph idx="6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84" name="Google Shape;584;p46"/>
          <p:cNvSpPr txBox="1"/>
          <p:nvPr>
            <p:ph idx="7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585" name="Google Shape;585;p46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46"/>
          <p:cNvSpPr txBox="1"/>
          <p:nvPr>
            <p:ph idx="8" type="body"/>
          </p:nvPr>
        </p:nvSpPr>
        <p:spPr>
          <a:xfrm>
            <a:off x="228600" y="4419850"/>
            <a:ext cx="19947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87" name="Google Shape;587;p46"/>
          <p:cNvSpPr txBox="1"/>
          <p:nvPr>
            <p:ph idx="9" type="body"/>
          </p:nvPr>
        </p:nvSpPr>
        <p:spPr>
          <a:xfrm>
            <a:off x="2448725" y="4419850"/>
            <a:ext cx="42168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ne and Tablet">
  <p:cSld name="BIG_NUMBER_1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w Modern Digital Tablet Mockup On White Background." id="589" name="Google Shape;589;p47"/>
          <p:cNvPicPr preferRelativeResize="0"/>
          <p:nvPr/>
        </p:nvPicPr>
        <p:blipFill rotWithShape="1">
          <a:blip r:embed="rId2">
            <a:alphaModFix/>
          </a:blip>
          <a:srcRect b="0" l="25189" r="24880" t="0"/>
          <a:stretch/>
        </p:blipFill>
        <p:spPr>
          <a:xfrm>
            <a:off x="3051913" y="241599"/>
            <a:ext cx="3016673" cy="4026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martphone isolated mockup iPhone with white screen in a white background on high-quality studio shot." id="590" name="Google Shape;590;p47"/>
          <p:cNvPicPr preferRelativeResize="0"/>
          <p:nvPr/>
        </p:nvPicPr>
        <p:blipFill rotWithShape="1">
          <a:blip r:embed="rId3">
            <a:alphaModFix/>
          </a:blip>
          <a:srcRect b="0" l="23169" r="23110" t="0"/>
          <a:stretch/>
        </p:blipFill>
        <p:spPr>
          <a:xfrm>
            <a:off x="187287" y="963838"/>
            <a:ext cx="2089201" cy="2595824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7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7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3" name="Google Shape;593;p47"/>
          <p:cNvSpPr txBox="1"/>
          <p:nvPr>
            <p:ph idx="1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594" name="Google Shape;594;p47"/>
          <p:cNvSpPr txBox="1"/>
          <p:nvPr>
            <p:ph idx="2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595" name="Google Shape;595;p47"/>
          <p:cNvSpPr txBox="1"/>
          <p:nvPr>
            <p:ph idx="3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96" name="Google Shape;596;p47"/>
          <p:cNvSpPr txBox="1"/>
          <p:nvPr>
            <p:ph idx="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97" name="Google Shape;597;p47"/>
          <p:cNvSpPr txBox="1"/>
          <p:nvPr>
            <p:ph idx="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598" name="Google Shape;598;p47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" name="Google Shape;599;p47"/>
          <p:cNvSpPr txBox="1"/>
          <p:nvPr>
            <p:ph idx="6" type="body"/>
          </p:nvPr>
        </p:nvSpPr>
        <p:spPr>
          <a:xfrm>
            <a:off x="228600" y="4419850"/>
            <a:ext cx="19947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600" name="Google Shape;600;p47"/>
          <p:cNvSpPr txBox="1"/>
          <p:nvPr>
            <p:ph idx="7" type="body"/>
          </p:nvPr>
        </p:nvSpPr>
        <p:spPr>
          <a:xfrm>
            <a:off x="2448725" y="4419850"/>
            <a:ext cx="42168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601" name="Google Shape;601;p47"/>
          <p:cNvSpPr/>
          <p:nvPr>
            <p:ph idx="8" type="pic"/>
          </p:nvPr>
        </p:nvSpPr>
        <p:spPr>
          <a:xfrm>
            <a:off x="752100" y="1234175"/>
            <a:ext cx="976200" cy="2109600"/>
          </a:xfrm>
          <a:prstGeom prst="roundRect">
            <a:avLst>
              <a:gd fmla="val 14756" name="adj"/>
            </a:avLst>
          </a:prstGeom>
          <a:noFill/>
          <a:ln>
            <a:noFill/>
          </a:ln>
        </p:spPr>
      </p:sp>
      <p:sp>
        <p:nvSpPr>
          <p:cNvPr id="602" name="Google Shape;602;p47"/>
          <p:cNvSpPr/>
          <p:nvPr>
            <p:ph idx="9" type="pic"/>
          </p:nvPr>
        </p:nvSpPr>
        <p:spPr>
          <a:xfrm>
            <a:off x="3587175" y="753250"/>
            <a:ext cx="1916100" cy="3116400"/>
          </a:xfrm>
          <a:prstGeom prst="roundRect">
            <a:avLst>
              <a:gd fmla="val 124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sktop">
  <p:cSld name="CUSTOM_2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dern Desktop Monitor." id="604" name="Google Shape;604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00" y="-18362"/>
            <a:ext cx="9018199" cy="520919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8"/>
          <p:cNvSpPr/>
          <p:nvPr>
            <p:ph idx="2" type="pic"/>
          </p:nvPr>
        </p:nvSpPr>
        <p:spPr>
          <a:xfrm>
            <a:off x="1479083" y="264705"/>
            <a:ext cx="6138900" cy="3615000"/>
          </a:xfrm>
          <a:prstGeom prst="roundRect">
            <a:avLst>
              <a:gd fmla="val 124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lboard 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9"/>
          <p:cNvSpPr/>
          <p:nvPr>
            <p:ph idx="2" type="pic"/>
          </p:nvPr>
        </p:nvSpPr>
        <p:spPr>
          <a:xfrm>
            <a:off x="1345350" y="1750800"/>
            <a:ext cx="6517500" cy="1187700"/>
          </a:xfrm>
          <a:prstGeom prst="roundRect">
            <a:avLst>
              <a:gd fmla="val 124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1">
  <p:cSld name="TITLE_18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0"/>
          <p:cNvSpPr/>
          <p:nvPr>
            <p:ph idx="2" type="pic"/>
          </p:nvPr>
        </p:nvSpPr>
        <p:spPr>
          <a:xfrm>
            <a:off x="0" y="0"/>
            <a:ext cx="29625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50"/>
          <p:cNvSpPr/>
          <p:nvPr>
            <p:ph idx="3" type="pic"/>
          </p:nvPr>
        </p:nvSpPr>
        <p:spPr>
          <a:xfrm>
            <a:off x="2962500" y="0"/>
            <a:ext cx="3474600" cy="282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50"/>
          <p:cNvSpPr/>
          <p:nvPr>
            <p:ph idx="4" type="pic"/>
          </p:nvPr>
        </p:nvSpPr>
        <p:spPr>
          <a:xfrm>
            <a:off x="0" y="1900800"/>
            <a:ext cx="2962500" cy="32427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50"/>
          <p:cNvSpPr/>
          <p:nvPr>
            <p:ph idx="5" type="pic"/>
          </p:nvPr>
        </p:nvSpPr>
        <p:spPr>
          <a:xfrm>
            <a:off x="2962500" y="2824800"/>
            <a:ext cx="3474600" cy="23187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50"/>
          <p:cNvSpPr/>
          <p:nvPr>
            <p:ph idx="6" type="pic"/>
          </p:nvPr>
        </p:nvSpPr>
        <p:spPr>
          <a:xfrm>
            <a:off x="6437100" y="0"/>
            <a:ext cx="27069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2">
  <p:cSld name="TITLE_18_1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1"/>
          <p:cNvSpPr/>
          <p:nvPr>
            <p:ph idx="2" type="pic"/>
          </p:nvPr>
        </p:nvSpPr>
        <p:spPr>
          <a:xfrm>
            <a:off x="0" y="0"/>
            <a:ext cx="45720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616" name="Google Shape;616;p51"/>
          <p:cNvSpPr/>
          <p:nvPr>
            <p:ph idx="3" type="pic"/>
          </p:nvPr>
        </p:nvSpPr>
        <p:spPr>
          <a:xfrm>
            <a:off x="0" y="1900800"/>
            <a:ext cx="4572000" cy="3242700"/>
          </a:xfrm>
          <a:prstGeom prst="rect">
            <a:avLst/>
          </a:prstGeom>
          <a:noFill/>
          <a:ln>
            <a:noFill/>
          </a:ln>
        </p:spPr>
      </p:sp>
      <p:sp>
        <p:nvSpPr>
          <p:cNvPr id="617" name="Google Shape;617;p51"/>
          <p:cNvSpPr/>
          <p:nvPr>
            <p:ph idx="4" type="pic"/>
          </p:nvPr>
        </p:nvSpPr>
        <p:spPr>
          <a:xfrm>
            <a:off x="4572000" y="3242700"/>
            <a:ext cx="45720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618" name="Google Shape;618;p51"/>
          <p:cNvSpPr/>
          <p:nvPr>
            <p:ph idx="5" type="pic"/>
          </p:nvPr>
        </p:nvSpPr>
        <p:spPr>
          <a:xfrm>
            <a:off x="4572000" y="0"/>
            <a:ext cx="4572000" cy="3242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3">
  <p:cSld name="TITLE_18_1_1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4">
  <p:cSld name="TITLE_18_1_1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23" name="Google Shape;623;p53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3"/>
          <p:cNvSpPr txBox="1"/>
          <p:nvPr>
            <p:ph idx="1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625" name="Google Shape;625;p53"/>
          <p:cNvSpPr txBox="1"/>
          <p:nvPr>
            <p:ph idx="3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ography Analysis">
  <p:cSld name="TITLE_12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4"/>
          <p:cNvSpPr/>
          <p:nvPr>
            <p:ph idx="2" type="pic"/>
          </p:nvPr>
        </p:nvSpPr>
        <p:spPr>
          <a:xfrm>
            <a:off x="7455377" y="1663201"/>
            <a:ext cx="1427400" cy="1427400"/>
          </a:xfrm>
          <a:prstGeom prst="rect">
            <a:avLst/>
          </a:prstGeom>
          <a:noFill/>
          <a:ln>
            <a:noFill/>
          </a:ln>
        </p:spPr>
      </p:sp>
      <p:sp>
        <p:nvSpPr>
          <p:cNvPr id="628" name="Google Shape;628;p54"/>
          <p:cNvSpPr/>
          <p:nvPr>
            <p:ph idx="3" type="pic"/>
          </p:nvPr>
        </p:nvSpPr>
        <p:spPr>
          <a:xfrm>
            <a:off x="3703500" y="712800"/>
            <a:ext cx="3328200" cy="33282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54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0" name="Google Shape;630;p54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54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632" name="Google Shape;632;p54"/>
          <p:cNvSpPr txBox="1"/>
          <p:nvPr>
            <p:ph idx="4" type="body"/>
          </p:nvPr>
        </p:nvSpPr>
        <p:spPr>
          <a:xfrm>
            <a:off x="449575" y="3121200"/>
            <a:ext cx="22677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633" name="Google Shape;633;p54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634" name="Google Shape;634;p54"/>
          <p:cNvSpPr txBox="1"/>
          <p:nvPr>
            <p:ph idx="5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35" name="Google Shape;635;p54"/>
          <p:cNvSpPr txBox="1"/>
          <p:nvPr>
            <p:ph idx="6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36" name="Google Shape;636;p54"/>
          <p:cNvSpPr txBox="1"/>
          <p:nvPr>
            <p:ph idx="7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637" name="Google Shape;637;p54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8" name="Google Shape;638;p54"/>
          <p:cNvSpPr txBox="1"/>
          <p:nvPr>
            <p:ph idx="8" type="body"/>
          </p:nvPr>
        </p:nvSpPr>
        <p:spPr>
          <a:xfrm>
            <a:off x="3703500" y="4183275"/>
            <a:ext cx="33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Library 1">
  <p:cSld name="TITLE_14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5"/>
          <p:cNvSpPr/>
          <p:nvPr/>
        </p:nvSpPr>
        <p:spPr>
          <a:xfrm rot="5400000">
            <a:off x="5382025" y="1009350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5"/>
          <p:cNvSpPr/>
          <p:nvPr>
            <p:ph idx="2" type="pic"/>
          </p:nvPr>
        </p:nvSpPr>
        <p:spPr>
          <a:xfrm>
            <a:off x="2284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5"/>
          <p:cNvSpPr/>
          <p:nvPr>
            <p:ph idx="3" type="pic"/>
          </p:nvPr>
        </p:nvSpPr>
        <p:spPr>
          <a:xfrm>
            <a:off x="2284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43" name="Google Shape;643;p55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4" name="Google Shape;644;p55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5" name="Google Shape;645;p55"/>
          <p:cNvSpPr txBox="1"/>
          <p:nvPr>
            <p:ph idx="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6" name="Google Shape;646;p55"/>
          <p:cNvSpPr txBox="1"/>
          <p:nvPr>
            <p:ph idx="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7" name="Google Shape;647;p55"/>
          <p:cNvSpPr/>
          <p:nvPr>
            <p:ph idx="6" type="pic"/>
          </p:nvPr>
        </p:nvSpPr>
        <p:spPr>
          <a:xfrm>
            <a:off x="2284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48" name="Google Shape;648;p55"/>
          <p:cNvSpPr/>
          <p:nvPr>
            <p:ph idx="7" type="pic"/>
          </p:nvPr>
        </p:nvSpPr>
        <p:spPr>
          <a:xfrm>
            <a:off x="2284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55"/>
          <p:cNvSpPr/>
          <p:nvPr>
            <p:ph idx="8" type="pic"/>
          </p:nvPr>
        </p:nvSpPr>
        <p:spPr>
          <a:xfrm>
            <a:off x="96930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5"/>
          <p:cNvSpPr/>
          <p:nvPr>
            <p:ph idx="9" type="pic"/>
          </p:nvPr>
        </p:nvSpPr>
        <p:spPr>
          <a:xfrm>
            <a:off x="96930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5"/>
          <p:cNvSpPr/>
          <p:nvPr>
            <p:ph idx="13" type="pic"/>
          </p:nvPr>
        </p:nvSpPr>
        <p:spPr>
          <a:xfrm>
            <a:off x="96930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55"/>
          <p:cNvSpPr/>
          <p:nvPr>
            <p:ph idx="14" type="pic"/>
          </p:nvPr>
        </p:nvSpPr>
        <p:spPr>
          <a:xfrm>
            <a:off x="96930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5"/>
          <p:cNvSpPr/>
          <p:nvPr>
            <p:ph idx="15" type="pic"/>
          </p:nvPr>
        </p:nvSpPr>
        <p:spPr>
          <a:xfrm>
            <a:off x="171012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5"/>
          <p:cNvSpPr/>
          <p:nvPr>
            <p:ph idx="16" type="pic"/>
          </p:nvPr>
        </p:nvSpPr>
        <p:spPr>
          <a:xfrm>
            <a:off x="171012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55" name="Google Shape;655;p55"/>
          <p:cNvSpPr/>
          <p:nvPr>
            <p:ph idx="17" type="pic"/>
          </p:nvPr>
        </p:nvSpPr>
        <p:spPr>
          <a:xfrm>
            <a:off x="171012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55"/>
          <p:cNvSpPr/>
          <p:nvPr>
            <p:ph idx="18" type="pic"/>
          </p:nvPr>
        </p:nvSpPr>
        <p:spPr>
          <a:xfrm>
            <a:off x="171012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55"/>
          <p:cNvSpPr/>
          <p:nvPr>
            <p:ph idx="19" type="pic"/>
          </p:nvPr>
        </p:nvSpPr>
        <p:spPr>
          <a:xfrm>
            <a:off x="24509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58" name="Google Shape;658;p55"/>
          <p:cNvSpPr/>
          <p:nvPr>
            <p:ph idx="20" type="pic"/>
          </p:nvPr>
        </p:nvSpPr>
        <p:spPr>
          <a:xfrm>
            <a:off x="24509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59" name="Google Shape;659;p55"/>
          <p:cNvSpPr/>
          <p:nvPr>
            <p:ph idx="21" type="pic"/>
          </p:nvPr>
        </p:nvSpPr>
        <p:spPr>
          <a:xfrm>
            <a:off x="24509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5"/>
          <p:cNvSpPr/>
          <p:nvPr>
            <p:ph idx="22" type="pic"/>
          </p:nvPr>
        </p:nvSpPr>
        <p:spPr>
          <a:xfrm>
            <a:off x="24509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5"/>
          <p:cNvSpPr/>
          <p:nvPr>
            <p:ph idx="23" type="pic"/>
          </p:nvPr>
        </p:nvSpPr>
        <p:spPr>
          <a:xfrm>
            <a:off x="31910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62" name="Google Shape;662;p55"/>
          <p:cNvSpPr/>
          <p:nvPr>
            <p:ph idx="24" type="pic"/>
          </p:nvPr>
        </p:nvSpPr>
        <p:spPr>
          <a:xfrm>
            <a:off x="31910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63" name="Google Shape;663;p55"/>
          <p:cNvSpPr/>
          <p:nvPr>
            <p:ph idx="25" type="pic"/>
          </p:nvPr>
        </p:nvSpPr>
        <p:spPr>
          <a:xfrm>
            <a:off x="31910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64" name="Google Shape;664;p55"/>
          <p:cNvSpPr/>
          <p:nvPr>
            <p:ph idx="26" type="pic"/>
          </p:nvPr>
        </p:nvSpPr>
        <p:spPr>
          <a:xfrm>
            <a:off x="31910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65" name="Google Shape;665;p55"/>
          <p:cNvSpPr/>
          <p:nvPr>
            <p:ph idx="27" type="pic"/>
          </p:nvPr>
        </p:nvSpPr>
        <p:spPr>
          <a:xfrm>
            <a:off x="39318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66" name="Google Shape;666;p55"/>
          <p:cNvSpPr/>
          <p:nvPr>
            <p:ph idx="28" type="pic"/>
          </p:nvPr>
        </p:nvSpPr>
        <p:spPr>
          <a:xfrm>
            <a:off x="39318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67" name="Google Shape;667;p55"/>
          <p:cNvSpPr/>
          <p:nvPr>
            <p:ph idx="29" type="pic"/>
          </p:nvPr>
        </p:nvSpPr>
        <p:spPr>
          <a:xfrm>
            <a:off x="39318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68" name="Google Shape;668;p55"/>
          <p:cNvSpPr/>
          <p:nvPr>
            <p:ph idx="30" type="pic"/>
          </p:nvPr>
        </p:nvSpPr>
        <p:spPr>
          <a:xfrm>
            <a:off x="39318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69" name="Google Shape;669;p55"/>
          <p:cNvSpPr/>
          <p:nvPr>
            <p:ph idx="31" type="pic"/>
          </p:nvPr>
        </p:nvSpPr>
        <p:spPr>
          <a:xfrm>
            <a:off x="4672340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70" name="Google Shape;670;p55"/>
          <p:cNvSpPr/>
          <p:nvPr>
            <p:ph idx="32" type="pic"/>
          </p:nvPr>
        </p:nvSpPr>
        <p:spPr>
          <a:xfrm>
            <a:off x="4672340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71" name="Google Shape;671;p55"/>
          <p:cNvSpPr/>
          <p:nvPr>
            <p:ph idx="33" type="pic"/>
          </p:nvPr>
        </p:nvSpPr>
        <p:spPr>
          <a:xfrm>
            <a:off x="4672340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72" name="Google Shape;672;p55"/>
          <p:cNvSpPr/>
          <p:nvPr>
            <p:ph idx="34" type="pic"/>
          </p:nvPr>
        </p:nvSpPr>
        <p:spPr>
          <a:xfrm>
            <a:off x="4672340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73" name="Google Shape;673;p55"/>
          <p:cNvSpPr/>
          <p:nvPr>
            <p:ph idx="35" type="pic"/>
          </p:nvPr>
        </p:nvSpPr>
        <p:spPr>
          <a:xfrm>
            <a:off x="54131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74" name="Google Shape;674;p55"/>
          <p:cNvSpPr/>
          <p:nvPr>
            <p:ph idx="36" type="pic"/>
          </p:nvPr>
        </p:nvSpPr>
        <p:spPr>
          <a:xfrm>
            <a:off x="54131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75" name="Google Shape;675;p55"/>
          <p:cNvSpPr/>
          <p:nvPr>
            <p:ph idx="37" type="pic"/>
          </p:nvPr>
        </p:nvSpPr>
        <p:spPr>
          <a:xfrm>
            <a:off x="54131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76" name="Google Shape;676;p55"/>
          <p:cNvSpPr/>
          <p:nvPr>
            <p:ph idx="38" type="pic"/>
          </p:nvPr>
        </p:nvSpPr>
        <p:spPr>
          <a:xfrm>
            <a:off x="54131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77" name="Google Shape;677;p55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8" name="Google Shape;678;p55"/>
          <p:cNvSpPr txBox="1"/>
          <p:nvPr>
            <p:ph idx="39" type="body"/>
          </p:nvPr>
        </p:nvSpPr>
        <p:spPr>
          <a:xfrm>
            <a:off x="6386875" y="3121200"/>
            <a:ext cx="22770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679" name="Google Shape;679;p55"/>
          <p:cNvSpPr txBox="1"/>
          <p:nvPr>
            <p:ph idx="40" type="subTitle"/>
          </p:nvPr>
        </p:nvSpPr>
        <p:spPr>
          <a:xfrm>
            <a:off x="638132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680" name="Google Shape;680;p55"/>
          <p:cNvSpPr txBox="1"/>
          <p:nvPr>
            <p:ph idx="41" type="body"/>
          </p:nvPr>
        </p:nvSpPr>
        <p:spPr>
          <a:xfrm>
            <a:off x="228600" y="4421208"/>
            <a:ext cx="5687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Library 2">
  <p:cSld name="TITLE_14_1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6"/>
          <p:cNvSpPr/>
          <p:nvPr>
            <p:ph idx="2" type="pic"/>
          </p:nvPr>
        </p:nvSpPr>
        <p:spPr>
          <a:xfrm>
            <a:off x="2284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83" name="Google Shape;683;p56"/>
          <p:cNvSpPr/>
          <p:nvPr>
            <p:ph idx="3" type="pic"/>
          </p:nvPr>
        </p:nvSpPr>
        <p:spPr>
          <a:xfrm>
            <a:off x="2284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84" name="Google Shape;684;p56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5" name="Google Shape;685;p56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86" name="Google Shape;686;p56"/>
          <p:cNvSpPr txBox="1"/>
          <p:nvPr>
            <p:ph idx="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87" name="Google Shape;687;p56"/>
          <p:cNvSpPr txBox="1"/>
          <p:nvPr>
            <p:ph idx="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88" name="Google Shape;688;p56"/>
          <p:cNvSpPr/>
          <p:nvPr>
            <p:ph idx="6" type="pic"/>
          </p:nvPr>
        </p:nvSpPr>
        <p:spPr>
          <a:xfrm>
            <a:off x="2284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89" name="Google Shape;689;p56"/>
          <p:cNvSpPr/>
          <p:nvPr>
            <p:ph idx="7" type="pic"/>
          </p:nvPr>
        </p:nvSpPr>
        <p:spPr>
          <a:xfrm>
            <a:off x="2284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90" name="Google Shape;690;p56"/>
          <p:cNvSpPr/>
          <p:nvPr>
            <p:ph idx="8" type="pic"/>
          </p:nvPr>
        </p:nvSpPr>
        <p:spPr>
          <a:xfrm>
            <a:off x="96930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91" name="Google Shape;691;p56"/>
          <p:cNvSpPr/>
          <p:nvPr>
            <p:ph idx="9" type="pic"/>
          </p:nvPr>
        </p:nvSpPr>
        <p:spPr>
          <a:xfrm>
            <a:off x="96930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92" name="Google Shape;692;p56"/>
          <p:cNvSpPr/>
          <p:nvPr>
            <p:ph idx="13" type="pic"/>
          </p:nvPr>
        </p:nvSpPr>
        <p:spPr>
          <a:xfrm>
            <a:off x="96930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93" name="Google Shape;693;p56"/>
          <p:cNvSpPr/>
          <p:nvPr>
            <p:ph idx="14" type="pic"/>
          </p:nvPr>
        </p:nvSpPr>
        <p:spPr>
          <a:xfrm>
            <a:off x="96930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94" name="Google Shape;694;p56"/>
          <p:cNvSpPr/>
          <p:nvPr>
            <p:ph idx="15" type="pic"/>
          </p:nvPr>
        </p:nvSpPr>
        <p:spPr>
          <a:xfrm>
            <a:off x="171012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95" name="Google Shape;695;p56"/>
          <p:cNvSpPr/>
          <p:nvPr>
            <p:ph idx="16" type="pic"/>
          </p:nvPr>
        </p:nvSpPr>
        <p:spPr>
          <a:xfrm>
            <a:off x="171012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96" name="Google Shape;696;p56"/>
          <p:cNvSpPr/>
          <p:nvPr>
            <p:ph idx="17" type="pic"/>
          </p:nvPr>
        </p:nvSpPr>
        <p:spPr>
          <a:xfrm>
            <a:off x="171012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97" name="Google Shape;697;p56"/>
          <p:cNvSpPr/>
          <p:nvPr>
            <p:ph idx="18" type="pic"/>
          </p:nvPr>
        </p:nvSpPr>
        <p:spPr>
          <a:xfrm>
            <a:off x="171012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6"/>
          <p:cNvSpPr/>
          <p:nvPr>
            <p:ph idx="19" type="pic"/>
          </p:nvPr>
        </p:nvSpPr>
        <p:spPr>
          <a:xfrm>
            <a:off x="24509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6"/>
          <p:cNvSpPr/>
          <p:nvPr>
            <p:ph idx="20" type="pic"/>
          </p:nvPr>
        </p:nvSpPr>
        <p:spPr>
          <a:xfrm>
            <a:off x="24509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00" name="Google Shape;700;p56"/>
          <p:cNvSpPr/>
          <p:nvPr>
            <p:ph idx="21" type="pic"/>
          </p:nvPr>
        </p:nvSpPr>
        <p:spPr>
          <a:xfrm>
            <a:off x="24509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01" name="Google Shape;701;p56"/>
          <p:cNvSpPr/>
          <p:nvPr>
            <p:ph idx="22" type="pic"/>
          </p:nvPr>
        </p:nvSpPr>
        <p:spPr>
          <a:xfrm>
            <a:off x="24509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02" name="Google Shape;702;p56"/>
          <p:cNvSpPr/>
          <p:nvPr>
            <p:ph idx="23" type="pic"/>
          </p:nvPr>
        </p:nvSpPr>
        <p:spPr>
          <a:xfrm>
            <a:off x="31910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03" name="Google Shape;703;p56"/>
          <p:cNvSpPr/>
          <p:nvPr>
            <p:ph idx="24" type="pic"/>
          </p:nvPr>
        </p:nvSpPr>
        <p:spPr>
          <a:xfrm>
            <a:off x="31910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04" name="Google Shape;704;p56"/>
          <p:cNvSpPr/>
          <p:nvPr>
            <p:ph idx="25" type="pic"/>
          </p:nvPr>
        </p:nvSpPr>
        <p:spPr>
          <a:xfrm>
            <a:off x="31910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05" name="Google Shape;705;p56"/>
          <p:cNvSpPr/>
          <p:nvPr>
            <p:ph idx="26" type="pic"/>
          </p:nvPr>
        </p:nvSpPr>
        <p:spPr>
          <a:xfrm>
            <a:off x="31910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06" name="Google Shape;706;p56"/>
          <p:cNvSpPr/>
          <p:nvPr>
            <p:ph idx="27" type="pic"/>
          </p:nvPr>
        </p:nvSpPr>
        <p:spPr>
          <a:xfrm>
            <a:off x="39318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07" name="Google Shape;707;p56"/>
          <p:cNvSpPr/>
          <p:nvPr>
            <p:ph idx="28" type="pic"/>
          </p:nvPr>
        </p:nvSpPr>
        <p:spPr>
          <a:xfrm>
            <a:off x="39318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08" name="Google Shape;708;p56"/>
          <p:cNvSpPr/>
          <p:nvPr>
            <p:ph idx="29" type="pic"/>
          </p:nvPr>
        </p:nvSpPr>
        <p:spPr>
          <a:xfrm>
            <a:off x="39318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09" name="Google Shape;709;p56"/>
          <p:cNvSpPr/>
          <p:nvPr>
            <p:ph idx="30" type="pic"/>
          </p:nvPr>
        </p:nvSpPr>
        <p:spPr>
          <a:xfrm>
            <a:off x="39318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10" name="Google Shape;710;p56"/>
          <p:cNvSpPr/>
          <p:nvPr>
            <p:ph idx="31" type="pic"/>
          </p:nvPr>
        </p:nvSpPr>
        <p:spPr>
          <a:xfrm>
            <a:off x="4672340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11" name="Google Shape;711;p56"/>
          <p:cNvSpPr/>
          <p:nvPr>
            <p:ph idx="32" type="pic"/>
          </p:nvPr>
        </p:nvSpPr>
        <p:spPr>
          <a:xfrm>
            <a:off x="4672340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12" name="Google Shape;712;p56"/>
          <p:cNvSpPr/>
          <p:nvPr>
            <p:ph idx="33" type="pic"/>
          </p:nvPr>
        </p:nvSpPr>
        <p:spPr>
          <a:xfrm>
            <a:off x="4672340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13" name="Google Shape;713;p56"/>
          <p:cNvSpPr/>
          <p:nvPr>
            <p:ph idx="34" type="pic"/>
          </p:nvPr>
        </p:nvSpPr>
        <p:spPr>
          <a:xfrm>
            <a:off x="4672340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14" name="Google Shape;714;p56"/>
          <p:cNvSpPr/>
          <p:nvPr>
            <p:ph idx="35" type="pic"/>
          </p:nvPr>
        </p:nvSpPr>
        <p:spPr>
          <a:xfrm>
            <a:off x="54131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15" name="Google Shape;715;p56"/>
          <p:cNvSpPr/>
          <p:nvPr>
            <p:ph idx="36" type="pic"/>
          </p:nvPr>
        </p:nvSpPr>
        <p:spPr>
          <a:xfrm>
            <a:off x="54131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16" name="Google Shape;716;p56"/>
          <p:cNvSpPr/>
          <p:nvPr>
            <p:ph idx="37" type="pic"/>
          </p:nvPr>
        </p:nvSpPr>
        <p:spPr>
          <a:xfrm>
            <a:off x="54131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17" name="Google Shape;717;p56"/>
          <p:cNvSpPr/>
          <p:nvPr>
            <p:ph idx="38" type="pic"/>
          </p:nvPr>
        </p:nvSpPr>
        <p:spPr>
          <a:xfrm>
            <a:off x="54131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18" name="Google Shape;718;p56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" name="Google Shape;719;p56"/>
          <p:cNvSpPr/>
          <p:nvPr>
            <p:ph idx="39" type="pic"/>
          </p:nvPr>
        </p:nvSpPr>
        <p:spPr>
          <a:xfrm>
            <a:off x="61485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20" name="Google Shape;720;p56"/>
          <p:cNvSpPr/>
          <p:nvPr>
            <p:ph idx="40" type="pic"/>
          </p:nvPr>
        </p:nvSpPr>
        <p:spPr>
          <a:xfrm>
            <a:off x="61485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21" name="Google Shape;721;p56"/>
          <p:cNvSpPr/>
          <p:nvPr>
            <p:ph idx="41" type="pic"/>
          </p:nvPr>
        </p:nvSpPr>
        <p:spPr>
          <a:xfrm>
            <a:off x="61485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22" name="Google Shape;722;p56"/>
          <p:cNvSpPr/>
          <p:nvPr>
            <p:ph idx="42" type="pic"/>
          </p:nvPr>
        </p:nvSpPr>
        <p:spPr>
          <a:xfrm>
            <a:off x="61485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23" name="Google Shape;723;p56"/>
          <p:cNvSpPr/>
          <p:nvPr>
            <p:ph idx="43" type="pic"/>
          </p:nvPr>
        </p:nvSpPr>
        <p:spPr>
          <a:xfrm>
            <a:off x="68839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24" name="Google Shape;724;p56"/>
          <p:cNvSpPr/>
          <p:nvPr>
            <p:ph idx="44" type="pic"/>
          </p:nvPr>
        </p:nvSpPr>
        <p:spPr>
          <a:xfrm>
            <a:off x="68839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25" name="Google Shape;725;p56"/>
          <p:cNvSpPr/>
          <p:nvPr>
            <p:ph idx="45" type="pic"/>
          </p:nvPr>
        </p:nvSpPr>
        <p:spPr>
          <a:xfrm>
            <a:off x="68839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26" name="Google Shape;726;p56"/>
          <p:cNvSpPr/>
          <p:nvPr>
            <p:ph idx="46" type="pic"/>
          </p:nvPr>
        </p:nvSpPr>
        <p:spPr>
          <a:xfrm>
            <a:off x="68839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27" name="Google Shape;727;p56"/>
          <p:cNvSpPr/>
          <p:nvPr>
            <p:ph idx="47" type="pic"/>
          </p:nvPr>
        </p:nvSpPr>
        <p:spPr>
          <a:xfrm>
            <a:off x="7635290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28" name="Google Shape;728;p56"/>
          <p:cNvSpPr/>
          <p:nvPr>
            <p:ph idx="48" type="pic"/>
          </p:nvPr>
        </p:nvSpPr>
        <p:spPr>
          <a:xfrm>
            <a:off x="7635290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29" name="Google Shape;729;p56"/>
          <p:cNvSpPr/>
          <p:nvPr>
            <p:ph idx="49" type="pic"/>
          </p:nvPr>
        </p:nvSpPr>
        <p:spPr>
          <a:xfrm>
            <a:off x="7635290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30" name="Google Shape;730;p56"/>
          <p:cNvSpPr/>
          <p:nvPr>
            <p:ph idx="50" type="pic"/>
          </p:nvPr>
        </p:nvSpPr>
        <p:spPr>
          <a:xfrm>
            <a:off x="7635290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31" name="Google Shape;731;p56"/>
          <p:cNvSpPr/>
          <p:nvPr>
            <p:ph idx="51" type="pic"/>
          </p:nvPr>
        </p:nvSpPr>
        <p:spPr>
          <a:xfrm>
            <a:off x="836561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32" name="Google Shape;732;p56"/>
          <p:cNvSpPr/>
          <p:nvPr>
            <p:ph idx="52" type="pic"/>
          </p:nvPr>
        </p:nvSpPr>
        <p:spPr>
          <a:xfrm>
            <a:off x="836561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33" name="Google Shape;733;p56"/>
          <p:cNvSpPr/>
          <p:nvPr>
            <p:ph idx="53" type="pic"/>
          </p:nvPr>
        </p:nvSpPr>
        <p:spPr>
          <a:xfrm>
            <a:off x="836561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34" name="Google Shape;734;p56"/>
          <p:cNvSpPr/>
          <p:nvPr>
            <p:ph idx="54" type="pic"/>
          </p:nvPr>
        </p:nvSpPr>
        <p:spPr>
          <a:xfrm>
            <a:off x="836561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id System">
  <p:cSld name="TITLE_19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7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57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738" name="Google Shape;738;p57"/>
          <p:cNvSpPr txBox="1"/>
          <p:nvPr>
            <p:ph idx="2" type="body"/>
          </p:nvPr>
        </p:nvSpPr>
        <p:spPr>
          <a:xfrm>
            <a:off x="449575" y="3121200"/>
            <a:ext cx="22677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739" name="Google Shape;739;p57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0" name="Google Shape;740;p57"/>
          <p:cNvSpPr/>
          <p:nvPr>
            <p:ph idx="3" type="pic"/>
          </p:nvPr>
        </p:nvSpPr>
        <p:spPr>
          <a:xfrm>
            <a:off x="3191400" y="237725"/>
            <a:ext cx="19008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741" name="Google Shape;741;p57"/>
          <p:cNvSpPr/>
          <p:nvPr>
            <p:ph idx="4" type="pic"/>
          </p:nvPr>
        </p:nvSpPr>
        <p:spPr>
          <a:xfrm>
            <a:off x="6660675" y="475200"/>
            <a:ext cx="2226300" cy="3803400"/>
          </a:xfrm>
          <a:prstGeom prst="rect">
            <a:avLst/>
          </a:prstGeom>
          <a:noFill/>
          <a:ln>
            <a:noFill/>
          </a:ln>
        </p:spPr>
      </p:sp>
      <p:sp>
        <p:nvSpPr>
          <p:cNvPr id="742" name="Google Shape;742;p57"/>
          <p:cNvSpPr/>
          <p:nvPr>
            <p:ph idx="5" type="pic"/>
          </p:nvPr>
        </p:nvSpPr>
        <p:spPr>
          <a:xfrm>
            <a:off x="3191400" y="2613600"/>
            <a:ext cx="3240600" cy="1665000"/>
          </a:xfrm>
          <a:prstGeom prst="rect">
            <a:avLst/>
          </a:prstGeom>
          <a:noFill/>
          <a:ln>
            <a:noFill/>
          </a:ln>
        </p:spPr>
      </p:sp>
      <p:sp>
        <p:nvSpPr>
          <p:cNvPr id="743" name="Google Shape;743;p57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744" name="Google Shape;744;p57"/>
          <p:cNvSpPr txBox="1"/>
          <p:nvPr>
            <p:ph idx="6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45" name="Google Shape;745;p57"/>
          <p:cNvSpPr txBox="1"/>
          <p:nvPr>
            <p:ph idx="7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46" name="Google Shape;746;p57"/>
          <p:cNvSpPr txBox="1"/>
          <p:nvPr>
            <p:ph idx="8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747" name="Google Shape;747;p57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57"/>
          <p:cNvSpPr txBox="1"/>
          <p:nvPr>
            <p:ph idx="9" type="body"/>
          </p:nvPr>
        </p:nvSpPr>
        <p:spPr>
          <a:xfrm>
            <a:off x="3191400" y="4416313"/>
            <a:ext cx="32406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749" name="Google Shape;749;p57"/>
          <p:cNvSpPr txBox="1"/>
          <p:nvPr>
            <p:ph idx="13" type="body"/>
          </p:nvPr>
        </p:nvSpPr>
        <p:spPr>
          <a:xfrm>
            <a:off x="6660600" y="4416313"/>
            <a:ext cx="22263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750" name="Google Shape;750;p57"/>
          <p:cNvSpPr txBox="1"/>
          <p:nvPr>
            <p:ph idx="14" type="body"/>
          </p:nvPr>
        </p:nvSpPr>
        <p:spPr>
          <a:xfrm>
            <a:off x="3190925" y="2280350"/>
            <a:ext cx="19008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mages">
  <p:cSld name="CUSTOM_1"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8"/>
          <p:cNvSpPr/>
          <p:nvPr>
            <p:ph idx="2" type="pic"/>
          </p:nvPr>
        </p:nvSpPr>
        <p:spPr>
          <a:xfrm>
            <a:off x="228450" y="237725"/>
            <a:ext cx="2733300" cy="4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753" name="Google Shape;753;p58"/>
          <p:cNvSpPr/>
          <p:nvPr>
            <p:ph idx="3" type="pic"/>
          </p:nvPr>
        </p:nvSpPr>
        <p:spPr>
          <a:xfrm>
            <a:off x="3191038" y="237725"/>
            <a:ext cx="2733300" cy="4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754" name="Google Shape;754;p58"/>
          <p:cNvSpPr/>
          <p:nvPr>
            <p:ph idx="4" type="pic"/>
          </p:nvPr>
        </p:nvSpPr>
        <p:spPr>
          <a:xfrm>
            <a:off x="6153613" y="237725"/>
            <a:ext cx="2733300" cy="4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755" name="Google Shape;755;p58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6" name="Google Shape;756;p58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57" name="Google Shape;757;p58"/>
          <p:cNvSpPr txBox="1"/>
          <p:nvPr>
            <p:ph idx="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58" name="Google Shape;758;p58"/>
          <p:cNvSpPr txBox="1"/>
          <p:nvPr>
            <p:ph idx="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759" name="Google Shape;759;p58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 txBox="1"/>
          <p:nvPr>
            <p:ph type="title"/>
          </p:nvPr>
        </p:nvSpPr>
        <p:spPr>
          <a:xfrm>
            <a:off x="449575" y="634948"/>
            <a:ext cx="22770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75" name="Google Shape;275;p13"/>
          <p:cNvSpPr txBox="1"/>
          <p:nvPr>
            <p:ph idx="1" type="body"/>
          </p:nvPr>
        </p:nvSpPr>
        <p:spPr>
          <a:xfrm>
            <a:off x="449575" y="3121200"/>
            <a:ext cx="84333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●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○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■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●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○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■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●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○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■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276" name="Google Shape;276;p13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lvl="1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lvl="2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lvl="3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lvl="4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lvl="5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lvl="6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lvl="7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lvl="8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50">
          <p15:clr>
            <a:srgbClr val="E46962"/>
          </p15:clr>
        </p15:guide>
        <p15:guide id="2" orient="horz" pos="2845">
          <p15:clr>
            <a:srgbClr val="E46962"/>
          </p15:clr>
        </p15:guide>
        <p15:guide id="3" pos="144">
          <p15:clr>
            <a:srgbClr val="E46962"/>
          </p15:clr>
        </p15:guide>
        <p15:guide id="4" pos="467">
          <p15:clr>
            <a:srgbClr val="E46962"/>
          </p15:clr>
        </p15:guide>
        <p15:guide id="5" pos="611">
          <p15:clr>
            <a:srgbClr val="E46962"/>
          </p15:clr>
        </p15:guide>
        <p15:guide id="6" pos="933">
          <p15:clr>
            <a:srgbClr val="E46962"/>
          </p15:clr>
        </p15:guide>
        <p15:guide id="7" pos="1077">
          <p15:clr>
            <a:srgbClr val="E46962"/>
          </p15:clr>
        </p15:guide>
        <p15:guide id="8" pos="1400">
          <p15:clr>
            <a:srgbClr val="E46962"/>
          </p15:clr>
        </p15:guide>
        <p15:guide id="9" pos="1544">
          <p15:clr>
            <a:srgbClr val="E46962"/>
          </p15:clr>
        </p15:guide>
        <p15:guide id="10" pos="1866">
          <p15:clr>
            <a:srgbClr val="E46962"/>
          </p15:clr>
        </p15:guide>
        <p15:guide id="11" pos="2010">
          <p15:clr>
            <a:srgbClr val="E46962"/>
          </p15:clr>
        </p15:guide>
        <p15:guide id="12" pos="2477">
          <p15:clr>
            <a:srgbClr val="E46962"/>
          </p15:clr>
        </p15:guide>
        <p15:guide id="13" pos="2333">
          <p15:clr>
            <a:srgbClr val="E46962"/>
          </p15:clr>
        </p15:guide>
        <p15:guide id="14" pos="2799">
          <p15:clr>
            <a:srgbClr val="E46962"/>
          </p15:clr>
        </p15:guide>
        <p15:guide id="15" pos="3266">
          <p15:clr>
            <a:srgbClr val="E46962"/>
          </p15:clr>
        </p15:guide>
        <p15:guide id="16" pos="2943">
          <p15:clr>
            <a:srgbClr val="E46962"/>
          </p15:clr>
        </p15:guide>
        <p15:guide id="17" pos="3729">
          <p15:clr>
            <a:srgbClr val="E46962"/>
          </p15:clr>
        </p15:guide>
        <p15:guide id="18" pos="3410">
          <p15:clr>
            <a:srgbClr val="E46962"/>
          </p15:clr>
        </p15:guide>
        <p15:guide id="19" pos="4196">
          <p15:clr>
            <a:srgbClr val="E46962"/>
          </p15:clr>
        </p15:guide>
        <p15:guide id="20" pos="3873">
          <p15:clr>
            <a:srgbClr val="E46962"/>
          </p15:clr>
        </p15:guide>
        <p15:guide id="21" pos="4340">
          <p15:clr>
            <a:srgbClr val="E46962"/>
          </p15:clr>
        </p15:guide>
        <p15:guide id="22" pos="4806">
          <p15:clr>
            <a:srgbClr val="E46962"/>
          </p15:clr>
        </p15:guide>
        <p15:guide id="23" pos="4662">
          <p15:clr>
            <a:srgbClr val="E46962"/>
          </p15:clr>
        </p15:guide>
        <p15:guide id="24" pos="5273">
          <p15:clr>
            <a:srgbClr val="E46962"/>
          </p15:clr>
        </p15:guide>
        <p15:guide id="25" pos="5129">
          <p15:clr>
            <a:srgbClr val="E46962"/>
          </p15:clr>
        </p15:guide>
        <p15:guide id="26" pos="5595">
          <p15:clr>
            <a:srgbClr val="E46962"/>
          </p15:clr>
        </p15:guide>
        <p15:guide id="27" orient="horz" pos="299">
          <p15:clr>
            <a:srgbClr val="E46962"/>
          </p15:clr>
        </p15:guide>
        <p15:guide id="28" orient="horz" pos="449">
          <p15:clr>
            <a:srgbClr val="E46962"/>
          </p15:clr>
        </p15:guide>
        <p15:guide id="29" orient="horz" pos="599">
          <p15:clr>
            <a:srgbClr val="E46962"/>
          </p15:clr>
        </p15:guide>
        <p15:guide id="30" orient="horz" pos="748">
          <p15:clr>
            <a:srgbClr val="E46962"/>
          </p15:clr>
        </p15:guide>
        <p15:guide id="31" orient="horz" pos="898">
          <p15:clr>
            <a:srgbClr val="E46962"/>
          </p15:clr>
        </p15:guide>
        <p15:guide id="32" orient="horz" pos="1048">
          <p15:clr>
            <a:srgbClr val="E46962"/>
          </p15:clr>
        </p15:guide>
        <p15:guide id="33" orient="horz" pos="1197">
          <p15:clr>
            <a:srgbClr val="E46962"/>
          </p15:clr>
        </p15:guide>
        <p15:guide id="34" orient="horz" pos="1347">
          <p15:clr>
            <a:srgbClr val="E46962"/>
          </p15:clr>
        </p15:guide>
        <p15:guide id="35" orient="horz" pos="1497">
          <p15:clr>
            <a:srgbClr val="E46962"/>
          </p15:clr>
        </p15:guide>
        <p15:guide id="36" orient="horz" pos="1646">
          <p15:clr>
            <a:srgbClr val="E46962"/>
          </p15:clr>
        </p15:guide>
        <p15:guide id="37" orient="horz" pos="1796">
          <p15:clr>
            <a:srgbClr val="E46962"/>
          </p15:clr>
        </p15:guide>
        <p15:guide id="38" orient="horz" pos="1947">
          <p15:clr>
            <a:srgbClr val="E46962"/>
          </p15:clr>
        </p15:guide>
        <p15:guide id="39" orient="horz" pos="2097">
          <p15:clr>
            <a:srgbClr val="E46962"/>
          </p15:clr>
        </p15:guide>
        <p15:guide id="40" orient="horz" pos="2246">
          <p15:clr>
            <a:srgbClr val="E46962"/>
          </p15:clr>
        </p15:guide>
        <p15:guide id="41" orient="horz" pos="2396">
          <p15:clr>
            <a:srgbClr val="E46962"/>
          </p15:clr>
        </p15:guide>
        <p15:guide id="42" orient="horz" pos="2546">
          <p15:clr>
            <a:srgbClr val="E46962"/>
          </p15:clr>
        </p15:guide>
        <p15:guide id="43" orient="horz" pos="2695">
          <p15:clr>
            <a:srgbClr val="E46962"/>
          </p15:clr>
        </p15:guide>
        <p15:guide id="44" orient="horz" pos="2995">
          <p15:clr>
            <a:srgbClr val="E46962"/>
          </p15:clr>
        </p15:guide>
        <p15:guide id="45" orient="horz" pos="313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jp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Liar Game</a:t>
            </a:r>
            <a:endParaRPr/>
          </a:p>
        </p:txBody>
      </p:sp>
      <p:pic>
        <p:nvPicPr>
          <p:cNvPr id="766" name="Google Shape;766;p60" title="Screenshot 2025-10-20 at 10.52.3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"/>
            <a:ext cx="9144003" cy="5143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Inspiration</a:t>
            </a:r>
            <a:endParaRPr/>
          </a:p>
        </p:txBody>
      </p:sp>
      <p:pic>
        <p:nvPicPr>
          <p:cNvPr id="772" name="Google Shape;772;p61" title="banner-og-c15c4682fb7e7c4d5a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1575"/>
            <a:ext cx="4025400" cy="211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61" title="20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1300" y="2571750"/>
            <a:ext cx="2667640" cy="2067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61" title="Screenshot 2025-10-21 at 8.48.47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0537" y="-5"/>
            <a:ext cx="3753876" cy="2600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780" name="Google Shape;780;p62"/>
          <p:cNvSpPr txBox="1"/>
          <p:nvPr/>
        </p:nvSpPr>
        <p:spPr>
          <a:xfrm>
            <a:off x="958800" y="1881775"/>
            <a:ext cx="2544900" cy="17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amitheliar.vercel.app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3"/>
          <p:cNvSpPr txBox="1"/>
          <p:nvPr>
            <p:ph type="title"/>
          </p:nvPr>
        </p:nvSpPr>
        <p:spPr>
          <a:xfrm>
            <a:off x="1303800" y="598575"/>
            <a:ext cx="1707000" cy="23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Snippet of Code</a:t>
            </a:r>
            <a:endParaRPr/>
          </a:p>
        </p:txBody>
      </p:sp>
      <p:sp>
        <p:nvSpPr>
          <p:cNvPr id="786" name="Google Shape;786;p63"/>
          <p:cNvSpPr txBox="1"/>
          <p:nvPr>
            <p:ph idx="1" type="body"/>
          </p:nvPr>
        </p:nvSpPr>
        <p:spPr>
          <a:xfrm>
            <a:off x="1303800" y="1990050"/>
            <a:ext cx="2163900" cy="23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Redux reducers</a:t>
            </a:r>
            <a:endParaRPr/>
          </a:p>
        </p:txBody>
      </p:sp>
      <p:pic>
        <p:nvPicPr>
          <p:cNvPr id="787" name="Google Shape;787;p63" title="Screenshot 2025-12-08 at 3.39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100" y="120975"/>
            <a:ext cx="5181102" cy="49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4"/>
          <p:cNvSpPr txBox="1"/>
          <p:nvPr>
            <p:ph type="title"/>
          </p:nvPr>
        </p:nvSpPr>
        <p:spPr>
          <a:xfrm>
            <a:off x="1303800" y="598575"/>
            <a:ext cx="2289600" cy="14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Snippet of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6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Websocket</a:t>
            </a:r>
            <a:r>
              <a:rPr lang="en"/>
              <a:t> Connection</a:t>
            </a:r>
            <a:endParaRPr/>
          </a:p>
        </p:txBody>
      </p:sp>
      <p:pic>
        <p:nvPicPr>
          <p:cNvPr id="794" name="Google Shape;794;p64" title="Screenshot 2025-12-08 at 5.51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7552" y="0"/>
            <a:ext cx="5026444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Concepts that was used</a:t>
            </a:r>
            <a:endParaRPr/>
          </a:p>
        </p:txBody>
      </p:sp>
      <p:sp>
        <p:nvSpPr>
          <p:cNvPr id="800" name="Google Shape;800;p65"/>
          <p:cNvSpPr txBox="1"/>
          <p:nvPr>
            <p:ph idx="1" type="body"/>
          </p:nvPr>
        </p:nvSpPr>
        <p:spPr>
          <a:xfrm>
            <a:off x="828875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React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Props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useState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useEffect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Conditional rendering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PostgreSQL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Supabase- Real time Database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Vercel- host website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Redux tool kit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Async logic and error logic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Players can turn off their phones/ check on different apps</a:t>
            </a:r>
            <a:endParaRPr/>
          </a:p>
        </p:txBody>
      </p:sp>
      <p:pic>
        <p:nvPicPr>
          <p:cNvPr id="801" name="Google Shape;801;p65" title="database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7325" y="1262413"/>
            <a:ext cx="3928001" cy="261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5" title="1_4sxOPaVNwxrfZ9uxVbUaKg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4562" y="3581400"/>
            <a:ext cx="2190364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6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Improvements</a:t>
            </a:r>
            <a:endParaRPr/>
          </a:p>
        </p:txBody>
      </p:sp>
      <p:sp>
        <p:nvSpPr>
          <p:cNvPr id="808" name="Google Shape;808;p66"/>
          <p:cNvSpPr txBox="1"/>
          <p:nvPr>
            <p:ph idx="1" type="body"/>
          </p:nvPr>
        </p:nvSpPr>
        <p:spPr>
          <a:xfrm>
            <a:off x="810950" y="15063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Player suggestions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receive user input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More Categories</a:t>
            </a:r>
            <a:endParaRPr/>
          </a:p>
        </p:txBody>
      </p:sp>
      <p:pic>
        <p:nvPicPr>
          <p:cNvPr id="809" name="Google Shape;809;p6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0638" y="275438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67"/>
          <p:cNvSpPr txBox="1"/>
          <p:nvPr>
            <p:ph idx="2" type="title"/>
          </p:nvPr>
        </p:nvSpPr>
        <p:spPr>
          <a:xfrm>
            <a:off x="783675" y="1937719"/>
            <a:ext cx="78375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815" name="Google Shape;815;p67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6" name="Google Shape;816;p67"/>
          <p:cNvSpPr txBox="1"/>
          <p:nvPr>
            <p:ph idx="3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Derek Kim</a:t>
            </a:r>
            <a:endParaRPr/>
          </a:p>
        </p:txBody>
      </p:sp>
      <p:sp>
        <p:nvSpPr>
          <p:cNvPr id="817" name="Google Shape;817;p67"/>
          <p:cNvSpPr txBox="1"/>
          <p:nvPr>
            <p:ph idx="4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12 2025</a:t>
            </a:r>
            <a:endParaRPr/>
          </a:p>
        </p:txBody>
      </p:sp>
      <p:pic>
        <p:nvPicPr>
          <p:cNvPr descr="Shoe icon." id="818" name="Google Shape;818;p67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39" l="0" r="0" t="39"/>
          <a:stretch/>
        </p:blipFill>
        <p:spPr>
          <a:xfrm>
            <a:off x="8169375" y="3803400"/>
            <a:ext cx="713400" cy="71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rand Style Guides">
  <a:themeElements>
    <a:clrScheme name="Simple Light">
      <a:dk1>
        <a:srgbClr val="000000"/>
      </a:dk1>
      <a:lt1>
        <a:srgbClr val="FFFFFF"/>
      </a:lt1>
      <a:dk2>
        <a:srgbClr val="B8B8B8"/>
      </a:dk2>
      <a:lt2>
        <a:srgbClr val="646464"/>
      </a:lt2>
      <a:accent1>
        <a:srgbClr val="299B5B"/>
      </a:accent1>
      <a:accent2>
        <a:srgbClr val="F3ECE9"/>
      </a:accent2>
      <a:accent3>
        <a:srgbClr val="01B6E1"/>
      </a:accent3>
      <a:accent4>
        <a:srgbClr val="F6F6F6"/>
      </a:accent4>
      <a:accent5>
        <a:srgbClr val="FFCA08"/>
      </a:accent5>
      <a:accent6>
        <a:srgbClr val="BF003D"/>
      </a:accent6>
      <a:hlink>
        <a:srgbClr val="6287C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